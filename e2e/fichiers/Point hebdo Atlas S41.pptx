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Faits</c:v>
                </c:pt>
                <c:pt idx="1">
                  <c:v>En cours</c:v>
                </c:pt>
                <c:pt idx="2">
                  <c:v>À faire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que la date de mise en production de la V1.5 glisse au 12/11.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Point hebdo Atlas S41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Comité projet du 07/10/2026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Faits marquants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Lot 2 (paiement) : recette décalée au 22/10</a:t>
            </a:r>
          </a:p>
          <a:p>
            <a:r>
              <a:t>Version 1.4 livrée en production le 03/10</a:t>
            </a:r>
          </a:p>
          <a:p>
            <a:r>
              <a:t>Risque : fournisseur SMS en retard de 2 semaines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Feuille de route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 prévue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Lot 1 Comptes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Livré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03/10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Lot 2 Paiement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recette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22/10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Lot 3 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05/11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Avancement des tickets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2026-10-07T09:00:00Z</dcterms:created>
  <dcterms:modified xsi:type="dcterms:W3CDTF">2026-10-07T09:00:00Z</dcterms:modified>
  <cp:category/>
</cp:coreProperties>
</file>